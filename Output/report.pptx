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Automated Marketing Insights Report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Insight </a:t>
            </a:r>
          </a:p>
        </p:txBody>
      </p:sp>
      <p:sp>
        <p:nvSpPr>
          <p:cNvPr id="3" name="Content Placeholder 2"/>
          <p:cNvSpPr>
            <a:spLocks noGrp="1"/>
          </p:cNvSpPr>
          <p:nvPr>
            <p:ph idx="1"/>
          </p:nvPr>
        </p:nvSpPr>
        <p:spPr/>
        <p:txBody>
          <a:bodyPr/>
          <a:lstStyle/>
          <a:p/>
          <a:p>
            <a:r>
              <a:t>Here are 4 concise but detailed executive insights: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Insight </a:t>
            </a:r>
          </a:p>
        </p:txBody>
      </p:sp>
      <p:sp>
        <p:nvSpPr>
          <p:cNvPr id="3" name="Content Placeholder 2"/>
          <p:cNvSpPr>
            <a:spLocks noGrp="1"/>
          </p:cNvSpPr>
          <p:nvPr>
            <p:ph idx="1"/>
          </p:nvPr>
        </p:nvSpPr>
        <p:spPr/>
        <p:txBody>
          <a:bodyPr/>
          <a:lstStyle/>
          <a:p/>
          <a:p>
            <a:r>
              <a:t>The mean CTR of 2.63% is a good baseline, indicating some relevance. This engagement drives potential traffic. A/B test ad creatives and CTAs to optimize engagement and increase qualified clicks.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Insight </a:t>
            </a:r>
          </a:p>
        </p:txBody>
      </p:sp>
      <p:sp>
        <p:nvSpPr>
          <p:cNvPr id="3" name="Content Placeholder 2"/>
          <p:cNvSpPr>
            <a:spLocks noGrp="1"/>
          </p:cNvSpPr>
          <p:nvPr>
            <p:ph idx="1"/>
          </p:nvPr>
        </p:nvSpPr>
        <p:spPr/>
        <p:txBody>
          <a:bodyPr/>
          <a:lstStyle/>
          <a:p/>
          <a:p>
            <a:r>
              <a:t>The CPC of $1.51 is efficient, maximizing value for ad spend by acquiring clicks affordably. Continue optimizing targeting and ad relevance to maintain or reduce CPC, enhancing ROI.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Insight </a:t>
            </a:r>
          </a:p>
        </p:txBody>
      </p:sp>
      <p:sp>
        <p:nvSpPr>
          <p:cNvPr id="3" name="Content Placeholder 2"/>
          <p:cNvSpPr>
            <a:spLocks noGrp="1"/>
          </p:cNvSpPr>
          <p:nvPr>
            <p:ph idx="1"/>
          </p:nvPr>
        </p:nvSpPr>
        <p:spPr/>
        <p:txBody>
          <a:bodyPr/>
          <a:lstStyle/>
          <a:p/>
          <a:p>
            <a:r>
              <a:t>Massive impressions (78.5M) indicate broad reach but likely insufficient targeting. This leads to wasted ad spend on irrelevant audiences. Refine targeting to reach more qualified audiences, improving relevance and click volume.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Insight </a:t>
            </a:r>
          </a:p>
        </p:txBody>
      </p:sp>
      <p:sp>
        <p:nvSpPr>
          <p:cNvPr id="3" name="Content Placeholder 2"/>
          <p:cNvSpPr>
            <a:spLocks noGrp="1"/>
          </p:cNvSpPr>
          <p:nvPr>
            <p:ph idx="1"/>
          </p:nvPr>
        </p:nvSpPr>
        <p:spPr/>
        <p:txBody>
          <a:bodyPr/>
          <a:lstStyle/>
          <a:p/>
          <a:p>
            <a:r>
              <a:t>A very low CPM of $0.26 indicates highly cost-effective impression delivery. This efficiently builds brand awareness across a wide audience. Leverage this for broad reach, segmenting for conversion-focused efforts.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impressions_timeseries.png</a:t>
            </a:r>
          </a:p>
        </p:txBody>
      </p:sp>
      <p:pic>
        <p:nvPicPr>
          <p:cNvPr id="3" name="Picture 2" descr="impressions_timeseries.png"/>
          <p:cNvPicPr>
            <a:picLocks noChangeAspect="1"/>
          </p:cNvPicPr>
          <p:nvPr/>
        </p:nvPicPr>
        <p:blipFill>
          <a:blip r:embed="rId2"/>
          <a:stretch>
            <a:fillRect/>
          </a:stretch>
        </p:blipFill>
        <p:spPr>
          <a:xfrm>
            <a:off x="457200" y="1097280"/>
            <a:ext cx="8229600" cy="2743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clicks_timeseries.png</a:t>
            </a:r>
          </a:p>
        </p:txBody>
      </p:sp>
      <p:pic>
        <p:nvPicPr>
          <p:cNvPr id="3" name="Picture 2" descr="clicks_timeseries.png"/>
          <p:cNvPicPr>
            <a:picLocks noChangeAspect="1"/>
          </p:cNvPicPr>
          <p:nvPr/>
        </p:nvPicPr>
        <p:blipFill>
          <a:blip r:embed="rId2"/>
          <a:stretch>
            <a:fillRect/>
          </a:stretch>
        </p:blipFill>
        <p:spPr>
          <a:xfrm>
            <a:off x="457200" y="1097280"/>
            <a:ext cx="8229600" cy="2743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spent_timeseries.png</a:t>
            </a:r>
          </a:p>
        </p:txBody>
      </p:sp>
      <p:pic>
        <p:nvPicPr>
          <p:cNvPr id="3" name="Picture 2" descr="spent_timeseries.png"/>
          <p:cNvPicPr>
            <a:picLocks noChangeAspect="1"/>
          </p:cNvPicPr>
          <p:nvPr/>
        </p:nvPicPr>
        <p:blipFill>
          <a:blip r:embed="rId2"/>
          <a:stretch>
            <a:fillRect/>
          </a:stretch>
        </p:blipFill>
        <p:spPr>
          <a:xfrm>
            <a:off x="457200" y="1097280"/>
            <a:ext cx="8229600" cy="2743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ctr_timeseries.png</a:t>
            </a:r>
          </a:p>
        </p:txBody>
      </p:sp>
      <p:pic>
        <p:nvPicPr>
          <p:cNvPr id="3" name="Picture 2" descr="ctr_timeseries.png"/>
          <p:cNvPicPr>
            <a:picLocks noChangeAspect="1"/>
          </p:cNvPicPr>
          <p:nvPr/>
        </p:nvPicPr>
        <p:blipFill>
          <a:blip r:embed="rId2"/>
          <a:stretch>
            <a:fillRect/>
          </a:stretch>
        </p:blipFill>
        <p:spPr>
          <a:xfrm>
            <a:off x="457200" y="1097280"/>
            <a:ext cx="8229600" cy="27432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top_campaigns_impressions.png</a:t>
            </a:r>
          </a:p>
        </p:txBody>
      </p:sp>
      <p:pic>
        <p:nvPicPr>
          <p:cNvPr id="3" name="Picture 2" descr="top_campaigns_impressions.png"/>
          <p:cNvPicPr>
            <a:picLocks noChangeAspect="1"/>
          </p:cNvPicPr>
          <p:nvPr/>
        </p:nvPicPr>
        <p:blipFill>
          <a:blip r:embed="rId2"/>
          <a:stretch>
            <a:fillRect/>
          </a:stretch>
        </p:blipFill>
        <p:spPr>
          <a:xfrm>
            <a:off x="457200" y="1097280"/>
            <a:ext cx="8229600" cy="54864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top_campaigns_clicks.png</a:t>
            </a:r>
          </a:p>
        </p:txBody>
      </p:sp>
      <p:pic>
        <p:nvPicPr>
          <p:cNvPr id="3" name="Picture 2" descr="top_campaigns_clicks.png"/>
          <p:cNvPicPr>
            <a:picLocks noChangeAspect="1"/>
          </p:cNvPicPr>
          <p:nvPr/>
        </p:nvPicPr>
        <p:blipFill>
          <a:blip r:embed="rId2"/>
          <a:stretch>
            <a:fillRect/>
          </a:stretch>
        </p:blipFill>
        <p:spPr>
          <a:xfrm>
            <a:off x="457200" y="1097280"/>
            <a:ext cx="8229600" cy="54864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top_campaigns_spent.png</a:t>
            </a:r>
          </a:p>
        </p:txBody>
      </p:sp>
      <p:pic>
        <p:nvPicPr>
          <p:cNvPr id="3" name="Picture 2" descr="top_campaigns_spent.png"/>
          <p:cNvPicPr>
            <a:picLocks noChangeAspect="1"/>
          </p:cNvPicPr>
          <p:nvPr/>
        </p:nvPicPr>
        <p:blipFill>
          <a:blip r:embed="rId2"/>
          <a:stretch>
            <a:fillRect/>
          </a:stretch>
        </p:blipFill>
        <p:spPr>
          <a:xfrm>
            <a:off x="457200" y="1097280"/>
            <a:ext cx="8229600" cy="54864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top_campaigns_ctr.png</a:t>
            </a:r>
          </a:p>
        </p:txBody>
      </p:sp>
      <p:pic>
        <p:nvPicPr>
          <p:cNvPr id="3" name="Picture 2" descr="top_campaigns_ctr.png"/>
          <p:cNvPicPr>
            <a:picLocks noChangeAspect="1"/>
          </p:cNvPicPr>
          <p:nvPr/>
        </p:nvPicPr>
        <p:blipFill>
          <a:blip r:embed="rId2"/>
          <a:stretch>
            <a:fillRect/>
          </a:stretch>
        </p:blipFill>
        <p:spPr>
          <a:xfrm>
            <a:off x="457200" y="1097280"/>
            <a:ext cx="8229600" cy="5486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